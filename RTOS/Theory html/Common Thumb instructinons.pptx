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INSTRUCTION REFERENCE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Instructions from Real Disassembly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distinct Thumb mnemonic in rec_sum / main / Reset_Handler — simplest to most complex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C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arm-none-eabi-objdump -S  ·  main.o  &amp;  firmware.elf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96696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DATA MOVEMENT · 1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 / MOVS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a value into a register — from an immediate or another register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30: movs r3, #0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34: movs r0, #10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1c: mov  r2, r0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movs loads an 8-bit immediate and updates the N/Z flags. Plain mov (the “high-register move” encoding) copies register-to-register without touching flags — used here right after a compare, so the flags survive.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data-processing instruction — no arithmetic, just a copy.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MOVS Rd, #imm8: 16-bit encoding, low registers only, sets flags (S = “sets flags”).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Rd, Rm (hi-register form): works on any register r0–r15, including sp/pc, and never sets flags — this is why the compiler picks it for “quiet” copies like mov sp, r7.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DATA MOVEMENT · 2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ADDS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two values; used for arithmetic and for stack-frame bookkeeping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add r7, sp, #0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 add r3, r2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24: adds r7, #8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r7, sp, #0 sets up the frame pointer (SP-relative add, no flags). adds r7, #8 tears the frame back down and does set flags. add r3, r2 is plain arithmetic (a + b) using the hi-register form.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register/immediate pattern as MOV: the S suffix (ADDS) sets flags, plain ADD (register-to-register hi form or SP-relative) does not.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both for real arithmetic (int c = a + b) and for silently adjusting r7/sp when setting up or tearing down a stack frame.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DATA MOVEMENT · 3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/ SUBS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Subtract; also used to reserve space on the stack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sub sp, #8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 subs r3, #1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sp, #8 is a special SP-immediate encoding that reserves 8 bytes of stack for local variables — pure bookkeeping, no flags. subs r3, #1 computes i-1 for the recursive call and does set flags.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sp, #imm is how a function prologue allocates its local-variable stack frame — conceptually just “move the stack pointer down”.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 Rd, #imm8 is the arithmetic form the source code actually asked for (i - 1), and sets N/Z/C/V like any flag-setting instruction.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DATA MOVEMENT · 4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values by subtracting them, keeping only the flags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 ldr r3, [r7, #4]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cmp r3, #1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dc01  bgt.n 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if(i &lt;= 1): loads i into r3, compares it with 1. CMP never stores a result — it exists purely to set flags for the branch that follows.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the same subtraction hardware as SUB, but the result is discarded — only N, Z, C, V are updated.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paired with a conditional instruction afterward (here, a conditional branch) — CMP alone changes nothing observable.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MEMORY ACCESS · 5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a register's value into memory, base register + immediate offset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str r0, [r7, #4]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32: str r3, [r7, #4]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spill a value from a register into its stack slot — the first stores the incoming parameter i, the second stores the local variable sum, each 4 bytes above the frame pointer r7.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mode: [base register, #offset] — the address is base + offset, computed once, not modified.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C local variables that don't fit in registers (or that have their address taken) end up living on the stack.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MEMORY ACCESS · 6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 register's value back from memory, same addressing mode as STR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 ldr r3, [r7, #4]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1e: ldr r3, [r7, #4]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image of STR: reads the value back out of its stack slot into a register so it can be used in a computation (the comparison, and later the final addition).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[base, #offset] addressing as STR — LDR and STR are a matched pair, one direction each way.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variable in C is typically stored once and loaded every time it's read — this pattern repeats throughout both functions.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MEMORY ACCESS · 7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LDR (literal)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 constant that's too large to fit in an immediate, from a literal pool near the code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8000064: ldr r0, [pc, #40]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(8000090 &lt;...&gt;)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8000090: .word 0x080000a6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Reset_Handler needs full 32-bit addresses (_sidata, _sdata, etc.) that can't be encoded as an immediate operand. The assembler stores them as data words right after the code and loads them PC-relative.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PC as the base register instead of a general-purpose register — the offset points forward into the instruction stream, at data the assembler placed there (the “literal pool”).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standard Thumb trick for materializing large constants and addresses, since instructions can't embed a full 32-bit immediate.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MEMORY ACCESS · 8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LDR.W / STR.W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(32-bit) load/store with post-indexed addressing — auto-increments the base register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800006e: ldr.w r3, [r0], #4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8000072: str.w r3, [r1], #4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FLASH→RAM copy loop in Reset_Handler: load a word from r0, then bump r0 by 4; store a word to r1, then bump r1 by 4 — all in one instruction each.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“Post-indexed”: the transfer uses the base register's current value, then the base register is updated afterward — no separate add instruction needed.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.W suffix forces the 32-bit Thumb2 encoding, which is what makes post-indexing (and the full r0–r15 register range) available — Thumb1's narrow LDR/STR can't do this.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CONTROL FLOW · 9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/ B.n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Unconditional branch — jump to a PC-relative target, always taken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e: ldr r3, [r7, #4]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 b.n 22 &lt;rec_sum+0x22&gt;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return i; path of the if/else: after loading i, jump straight past the recursive-call code to the function epilogue at offset 0x22.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“.n” marks the narrow 16-bit encoding — short-range branches (a few hundred bytes) fit in 16 bits; longer ones would need B.W.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as the loop-back branch in copy_data_loop / zero_bss_loop, and as the infinite b . trap after bl main.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CONTROL FLOW · 10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BGT / BGE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branch — only taken if the flags from a prior CMP satisfy the condition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cmp r3, #1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bgt.n 12 &lt;rec_sum+0x12&gt;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8000080: bge.n 8000088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bgt.n implements if(i &lt;= 1): branch taken only when i &gt; 1 (i.e. skip the base case). bge.n implements the loop-exit test cmp r1,r2 / bge done in both copy loops.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16-bit branch encoding as B, but gated by a condition code (GT = signed greater-than, GE = signed greater-or-equal) evaluated from N/Z/C/V.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Thumb2 compiles every if/while/for condition when the body is too large to fit in an IT block — compare, then branch around.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CONTROL FLOW · 11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/ POP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a list of registers to/from the stack in a single instruction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push {r7, lr}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28: pop  {r7, pc}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8000040: push {r7}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800005e: pop  {r7}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rec_sum saves r7 and lr on entry (it calls itself, clobbering lr) and restores both on exit — popping straight into pc performs the return. main() in firmware.elf never calls another function, so it only pushes/pops r7, leaving lr untouched.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 moves an entire register list — far more compact than one push/pop per register.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{…, pc} is a common return idiom: it restores registers and returns in the same instruction, no separate branch needed.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lr appears in the list depends entirely on whether the function calls anything else (compare rec_sum vs. this main).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SUBROUTINE LINKAGE · 12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with Link — call a function, saving the return address into LR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 bl 0 &lt;rec_sum&gt;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36: bl 0 &lt;rec_sum&gt;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8000088: bl 8000040 &lt;main&gt;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rec_sum calls itself recursively; main calls rec_sum(10); Reset_Handler calls main — three different call sites, same instruction. Each one overwrites LR with the address right after the BL.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“call” instruction in Thumb — always a 32-bit encoding, since it needs enough bits for a large PC-relative call offset.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BL overwrites LR, any function that itself calls another function (like rec_sum, calling itself) must PUSH/POP {lr} to avoid losing its own return address.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SUBROUTINE LINKAGE · 13 OF 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and Exchange — jump to an address held in a register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14016"/>
            <a:ext cx="5266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8000060: bx lr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firmware.elf's main() is a leaf function — it never calls anything else, so LR still holds its original caller's return address untouched. It restores r7, then returns directly via bx lr instead of popping pc.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“Exchange” refers to switching between ARM and Thumb instruction sets based on bit 0 of the target address — on Cortex-M3 (Thumb-only) that just means “branch there”.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ways to return — pop {…, pc} vs. bx lr — both appear in this listing, depending on whether the function pushed lr onto the stack in the first place.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Levels, Thirteen Instructions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28346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Data Movement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21945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MOV/MOVS · ADD/ADDS · SUB/SUBS · CMP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28346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246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— Memory Access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32461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 · LDR · LDR (literal) · LDR.W/STR.W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2834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97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— Control 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42976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B/B.n · BGT/BGE (Bcond) · PUSH/POP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28346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349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4 — Subroutine Linkage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53492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· BX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2026-08-19T20:44:45Z</dcterms:created>
  <dcterms:modified xsi:type="dcterms:W3CDTF">2026-08-19T20:44:45Z</dcterms:modified>
</cp:coreProperties>
</file>