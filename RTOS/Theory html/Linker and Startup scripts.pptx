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FILE &amp; LINKER SCRIPT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Power-On to main()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line-by-line walkthrough of startup_stm32f103.s and STM32F103C8.ld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STM32F103C8T6 · Cortex-M3 · Thumb2 · Bare-metal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Files, One Job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line of your C code can run, something has to tell the CPU where the stack begins and what to execute first — and make sure global variables hold sane values. On bare metal, you provide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EAF3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File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startup_stm32f103.s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vector table — the hardware-mandated array of addresses at the base of FLASH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Reset_Handler: the very first code to run after reset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.data from FLASH to RAM and zero-fills .bss before main() is safe to call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377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2395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Linker Script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26948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STM32F103C8.ld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where FLASH and RAM physically live on this exact chip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the vector table, code, and constants into FLASH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variables into .data (needs a FLASH-stored initial value) and .bss (just needs zero), and exports the boundary symbols the startup file needs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tightly coupled: the startup file references symbols that only exist because the linker script defines them.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STM32F103C8T6 Memory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— Code Storage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1188720"/>
          </a:xfrm>
          <a:prstGeom prst="roundRect">
            <a:avLst>
              <a:gd name="adj" fmla="val 6923"/>
            </a:avLst>
          </a:prstGeom>
          <a:solidFill>
            <a:srgbClr val="EAF3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0x08000000 – 0x0800FFFF  (64 KB)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.isr_vector → .text → .rodata → initial values for .data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— Working Memory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46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0x20005000 (top) = _estack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199339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stack pointer — stack grows downward 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2313432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368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stack space 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935224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990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323697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Zero-initialized globals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57016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8587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globals (writable RAM copies)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4178808"/>
            <a:ext cx="5029200" cy="566928"/>
          </a:xfrm>
          <a:prstGeom prst="roundRect">
            <a:avLst>
              <a:gd name="adj" fmla="val 14516"/>
            </a:avLst>
          </a:prstGeom>
          <a:solidFill>
            <a:srgbClr val="E8F2E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233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0x20000000 (bottom, 20 KB total)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0x08000000 and 0x20000000 are fixed by ARM's Cortex-M memory map convention and ST's sizing for the “C8” density variant (64 KB FLASH / 20 KB RAM).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SCRIPT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and the MEMORY Block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62456"/>
            <a:ext cx="517550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ENTRY(Reset_Handler)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FLASH (rx)  : ORIGIN = 0x08000000, LENGTH = 64K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RAM   (rwx) : ORIGIN = 0x20000000, LENGTH = 20K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280160"/>
            <a:ext cx="52120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doesn't control boot electrically — Cortex-M3 always boots via the vector table. It sets the ELF header's entry field for debuggers and tools like objdump/gdb.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LENGTH come straight from the chip's datasheet for each named region.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(rx) on FLASH — readable + executable, not writable. Flash can't be written like a variable; it needs a special programming sequence.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(rwx) on RAM — readable, writable, executable. Variables that change at runtime must live in writable memory.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SCRIPT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_estack and .isr_vector Placement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62456"/>
            <a:ext cx="51755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_estack = ORIGIN(RAM) + LENGTH(RAM);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0x20000000 + 0x5000 = 0x20005000 — one past the last valid RAM byte.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stacks grow downward, so “empty” SP starts at the top of RAM.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the startup file as word 0 of the vector table — the value the CPU loads into SP at power-on.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362456"/>
            <a:ext cx="4809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.isr_vector 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KEEP(*(.isr_vector))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 FLASH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7889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at 0x08000000 — not convention, a hardware requirement. Cortex-M3 reads word 0 (SP) and word 1 (reset vector) from this exact address on reset.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KEEP() matters because nothing in C “calls” this table by name — without it, --gc-sections would discard it as unused.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SCRIPT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.text and .data — the FLASH/RAM Trick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16736"/>
            <a:ext cx="535838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 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*(.text*)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*(.rodata*)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 FLASH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_sidata = LOADADDR(.data);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 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_sdata = .;  *(.data*)  _edata = .;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 RAM AT&gt; FLASH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globals need to be writable (RAM) but must start with a real value (stored in FLASH). “&gt; RAM AT&gt; FLASH” gives the section a runtime address in RAM and a load address in FLASH — both at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2560320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7F9FA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_sidata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8388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values' location in FLASH (copy source)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7F9FA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.data in RAM (copy destination start)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4206240"/>
            <a:ext cx="5120640" cy="685800"/>
          </a:xfrm>
          <a:prstGeom prst="roundRect">
            <a:avLst>
              <a:gd name="adj" fmla="val 12000"/>
            </a:avLst>
          </a:prstGeom>
          <a:solidFill>
            <a:srgbClr val="F7F9FA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4297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4297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.data in RAM (copy destination end)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symbols do nothing by themselves — Reset_Handler must explicitly copy FLASH → RAM using them.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SCRIPT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.bss — Zero-Initialized Globals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08176"/>
            <a:ext cx="51755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.bss 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_sbss = .;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*(.bss*)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*(COMMON)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_ebss = .;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 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280160"/>
            <a:ext cx="5212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globals with no initializer (int total;) — C guarantees these start at zero.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to waste FLASH storing zeros — the linker just reserves RAM space and records _sbss / _ebss.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*(COMMON) catches old-style “tentative definitions” some toolchains group separately from ordinary .bss.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hardware-level zeroes this region — like .data, Reset_Handler must do it explicitly before main() runs.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FILE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Vector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62456"/>
            <a:ext cx="51755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g_pfnVectors: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.word _estack        /* SP    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.word Reset_Handler  /* Reset 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.word Default_Handler /* NMI  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.word Default_Handler /* HardFault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2801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1261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0 — Initial SP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Cortex-M3 reset sequence, done entirely in hardware, loads this value directly into the SP register — before any code has run.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880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862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1 — Reset Vector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32461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the core jumps to next: Reset_Handler. Bit 0 is set to mark it as Thumb code, handled automatically by the assembler/linker.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entries are core exceptions and, in a real project, the full peripheral IRQ list — here they all point at Default_Handler as placeholders.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FILE · PART 2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Reset_Handler — Copy .data to 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62456"/>
            <a:ext cx="535838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ldr r0, =_sidata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ldr r1, =_sdata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ldr r2, =_edata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copy_data_loop: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r1, r2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copy_data_done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ldr r3, [r0], #4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 r3, [r1], #4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copy_data_loop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copy_data_done: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37960" y="1371600"/>
            <a:ext cx="5074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walks FLASH from _sidata (stored initial values); r1 walks RAM from _sdata (where live variables belong).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32-bit word copied per loop iteration: ldr post-increments r0, str post-increments r1.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until r1 reaches _edata.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this, every initialized global variable holds the value your C source specified.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FILE · PART 2 · STEPS 2–3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.bss, Then Call main()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F3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16736"/>
            <a:ext cx="5358384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ldr r1, =_sbss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ldr r2, =_ebss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 r3, #0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zero_bss_loop: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r1, r2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zero_bss_done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 r3, [r1], #4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zero_bss_loop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zero_bss_done: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7960" y="128016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copy pattern, simpler: no source data, just write constant 0 across _sbss–_ebss.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every uninitialized global starts at zero, as C requires — RAM otherwise holds unpredictable leftover contents.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37960" y="3840480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EAF3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D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now is it safe to enter 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66560" y="4370832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set by hardware, .data is copied, .bss is zeroed — every global holds a value C code is entitled to assume it has. bl main hands off control; the trailing b . traps the core if main() ever returns, which it isn't meant to on a freestanding target.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Files Connect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4114800"/>
                <a:gridCol w="2286000"/>
              </a:tblGrid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_estack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file (vector table word 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stack pointer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Reset_Handler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(ENTRY) &amp; startup (vector table word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code after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_sidata / _sdata / _edata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file (.data copy loop)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FLASH→RAM copy bounds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_sbss / _ebss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file (.bss zero loop)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Zero-fill bounds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.isr_vector placement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(reads 0x08000000 directly)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Boot-time SP &amp; reset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file compiles into anything meaningful alone: the startup file's symbol references are undefined without the linker script, and the linker script's layout is pointless without Reset_Handler to act on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C Assumes, Someone Has to Set Up First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sets the stack pointer from word 0 of the vector table — before any instruction runs.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Reset_Handler copies .data from FLASH to RAM and zero-fills .bss — before main() is entered.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both steps does every global variable hold the value C code is entitled to assume it has.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 truncates the IRQ table to core exceptions only and skips clock configuration (SystemInit / HSE / PLL) — a production project extends both.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2026-08-19T20:24:18Z</dcterms:created>
  <dcterms:modified xsi:type="dcterms:W3CDTF">2026-08-19T20:24:18Z</dcterms:modified>
</cp:coreProperties>
</file>